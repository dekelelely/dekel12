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Background: an AI-generated image made by our team of the inside of a data center (rows of server racks). Not a real place.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Background: a 3D illustration of Israel's coast at dusk. Sea, then a desalination plant, then power lines going inland to a lit data-center campus next to Sharon farm fields. It is an illustration, not a map.
- Chart: data-center grid demand in Israel, megawatts (2026). 1,500 MW already committed; 27,000 MW pending. 27,000 / 1,500 = 18.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Background: an AI-generated image made by our team; not a real event. It shows residents protesting at the gate of a data center, seen from a drone.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Discrimination (required word): when big projects skip local committees, the people who live next door lose their voice. Critics say this is unfair and can become discrimination against small communities. We did not find proof that Israel targets poor areas on purpose.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our idea (Speaker C). Full original wording:
Run AI Locally. Our idea is simple: Make LLMs able to run on normal PCs and laptops.
- AI companies should optimize their models so they can run locally.
- People could download an LLM instead of always connecting to a data center.
- Companies should make models smaller and more efficient.
- We can use: better optimization, quantization, smaller models, better computer chips.
- As chips become more powerful, more AI could run locally.
Instead of only building bigger data centers, make AI more efficient.
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
Background: a 3D illustration of a laptop running a small AI model offline.
Be honest if asked: a laptop's electricity also comes from power plants. The big saving comes from smaller, optimized models doing less work (Google cut energy per prompt 33x in one year by optimizing [S4]).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our plan and message (Speaker C). Full original wording:
What Would We Do? Our plan:
1. AI companies should make local versions of their LLMs.
2. These models should work on normal PCs and laptops whenever possible.
3. Companies should focus on optimization instead of just making models bigger.
4. New chips can gradually make local AI more powerful.
5. Data centers can still be used for extremely large models and training.
Possible benefits: less need for new data centers; less land used for AI infrastructure; potentially less water needed for cooling; more AI can run directly on people's computers; more privacy and control for users.
Our message: Don't just build bigger data centers. Make AI smarter and more efficient.
Background: an AI-generated image made by our team: a low-power AI chip (NPU) in front of rows of data-center servers. The chip's label and numbers are part of the illustration, not a real product.
Awareness idea: an 'AI label' (like a food label) showing how much water and electricity an AI tool uses, with the source and year.
Likely question: 'How do you make companies do this?' Answer: public pressure and awareness, plus reporting laws like the EU rule [S28], which make water and power use visible.
Be honest: training still needs data centers, and local AI still uses electricity. The benefit comes from smaller, more efficient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image-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 AI-generated illustration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Images: 3D illustrations made for this presentation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54406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548640" y="6108192"/>
            <a:ext cx="3794760" cy="50292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 AI-generated illustration, not a real event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 AI-generated illustration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2026-09-29T16:03:32Z</dcterms:created>
  <dcterms:modified xsi:type="dcterms:W3CDTF">2026-09-29T16:03:32Z</dcterms:modified>
</cp:coreProperties>
</file>