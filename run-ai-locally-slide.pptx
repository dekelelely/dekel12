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C – SCRIPT, part 1 of 2 (say this)</a:t>
            </a:r>
          </a:p>
          <a:p>
            <a:endParaRPr lang="en-US" dirty="0"/>
          </a:p>
          <a:p>
            <a:r>
              <a:rPr lang="en-US" dirty="0"/>
              <a:t>Thanks, [B]. So what would we do?</a:t>
            </a:r>
          </a:p>
          <a:p>
            <a:endParaRPr lang="en-US" dirty="0"/>
          </a:p>
          <a:p>
            <a:r>
              <a:rPr lang="en-US" dirty="0"/>
              <a:t>Our idea is simple: run AI locally. Today, most AI runs in huge data centers. We want large language models, the AI behind chatbots like ChatGPT, to run on normal laptops and PCs.</a:t>
            </a:r>
          </a:p>
          <a:p>
            <a:endParaRPr lang="en-US" dirty="0"/>
          </a:p>
          <a:p>
            <a:r>
              <a:rPr lang="en-US" dirty="0"/>
              <a:t>How? Companies can make models smaller and more efficient. One method is quantization: it stores the model's numbers in a shorter form, so it needs much less memory. This is already real. Microsoft's small model, Phi-3, runs on a phone. And new laptops have special AI chips that make local AI stronger.</a:t>
            </a:r>
          </a:p>
          <a:p>
            <a:endParaRPr lang="en-US" dirty="0"/>
          </a:p>
          <a:p>
            <a:r>
              <a:rPr lang="en-US" b="1" dirty="0"/>
              <a:t>[CLICK -&gt; Slide 6]</a:t>
            </a:r>
          </a:p>
          <a:p>
            <a:endParaRPr lang="en-US" dirty="0"/>
          </a:p>
          <a:p>
            <a:r>
              <a:rPr lang="en-US" dirty="0"/>
              <a:t>————————————————————</a:t>
            </a:r>
          </a:p>
          <a:p>
            <a:endParaRPr lang="en-US" dirty="0"/>
          </a:p>
          <a:p>
            <a:r>
              <a:rPr lang="en-US" b="1" dirty="0"/>
              <a:t>SLIDE 5 – our idea (Speaker C). Full original wording:</a:t>
            </a:r>
          </a:p>
          <a:p>
            <a:r>
              <a:rPr lang="en-US" dirty="0"/>
              <a:t>Run AI Locally. Our idea is simple: Make LLMs able to run on normal PCs and laptops.</a:t>
            </a:r>
          </a:p>
          <a:p>
            <a:r>
              <a:rPr lang="en-US" dirty="0"/>
              <a:t>- AI companies should optimize their models so they can run locally.</a:t>
            </a:r>
          </a:p>
          <a:p>
            <a:r>
              <a:rPr lang="en-US" dirty="0"/>
              <a:t>- People could download an LLM instead of always connecting to a data center.</a:t>
            </a:r>
          </a:p>
          <a:p>
            <a:r>
              <a:rPr lang="en-US" dirty="0"/>
              <a:t>- Companies should make models smaller and more efficient.</a:t>
            </a:r>
          </a:p>
          <a:p>
            <a:r>
              <a:rPr lang="en-US" dirty="0"/>
              <a:t>- We can use: better optimization, quantization, smaller models, better computer chips.</a:t>
            </a:r>
          </a:p>
          <a:p>
            <a:r>
              <a:rPr lang="en-US" dirty="0"/>
              <a:t>- As chips become more powerful, more AI could run locally.</a:t>
            </a:r>
          </a:p>
          <a:p>
            <a:r>
              <a:rPr lang="en-US" dirty="0"/>
              <a:t>Instead of only building bigger data centers, make AI more efficient.</a:t>
            </a:r>
          </a:p>
          <a:p>
            <a:endParaRPr lang="en-US" dirty="0"/>
          </a:p>
          <a:p>
            <a:r>
              <a:rPr lang="en-US" dirty="0"/>
              <a:t>Facts: Microsoft Phi-3 report (Apr 2024): a 3.8B model, about 1.8 GB at 4 bits, runs on an iPhone 14. Meta Llama 3.2 1B/3B (Sep 2024): built for phones and edge devices. QLoRA (2023): 4-bit quantization makes models much smaller. Copilot+ PCs (May 2024) have an AI chip (NPU) of 40+ TOPS to run AI locally.</a:t>
            </a:r>
          </a:p>
          <a:p>
            <a:r>
              <a:rPr lang="en-US" dirty="0"/>
              <a:t>Background: a 3D illustration of a laptop running a small AI model offline.</a:t>
            </a:r>
          </a:p>
          <a:p>
            <a:r>
              <a:rPr lang="en-US" dirty="0"/>
              <a:t>Be honest if asked: a laptop's electricity also comes from power plants. The big saving comes from smaller, optimized models doing less work (Google cut energy per prompt 33x in one year by optimizing).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Idea: Run AI Locally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6355080" cy="3977640"/>
          </a:xfrm>
          <a:prstGeom prst="roundRect">
            <a:avLst>
              <a:gd name="adj" fmla="val 2759"/>
            </a:avLst>
          </a:prstGeom>
          <a:solidFill>
            <a:srgbClr val="0B2239">
              <a:alpha val="88000"/>
            </a:srgbClr>
          </a:solidFill>
          <a:ln w="12700">
            <a:solidFill>
              <a:srgbClr val="0B2239">
                <a:alpha val="0"/>
              </a:srgbClr>
            </a:solidFill>
            <a:prstDash val="solid"/>
          </a:ln>
        </p:spPr>
      </p:sp>
      <p:sp>
        <p:nvSpPr>
          <p:cNvPr id="4" name="header"/>
          <p:cNvSpPr txBox="1"/>
          <p:nvPr/>
        </p:nvSpPr>
        <p:spPr>
          <a:xfrm>
            <a:off x="685800" y="1508760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LLMs run on normal PCs and laptops</a:t>
            </a:r>
            <a:endParaRPr lang="en-US" sz="2200" dirty="0"/>
          </a:p>
        </p:txBody>
      </p:sp>
      <p:sp>
        <p:nvSpPr>
          <p:cNvPr id="5" name="body"/>
          <p:cNvSpPr txBox="1"/>
          <p:nvPr/>
        </p:nvSpPr>
        <p:spPr>
          <a:xfrm>
            <a:off x="685800" y="2148840"/>
            <a:ext cx="5897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E3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make models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and more efficient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E3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download a model instead of the cloud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2100" dirty="0">
                <a:solidFill>
                  <a:srgbClr val="E3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quantization, smaller models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E3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chips make local AI stronger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real: </a:t>
            </a:r>
            <a:r>
              <a:rPr lang="en-US" sz="2100" dirty="0">
                <a:solidFill>
                  <a:srgbClr val="E3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runs on a phone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Water &amp; Power: Who Pays?</dc:title>
  <dc:subject>PptxGenJS Presentation</dc:subject>
  <dc:creator>PptxGenJS</dc:creator>
  <cp:lastModifiedBy>PptxGenJS</cp:lastModifiedBy>
  <cp:revision>1</cp:revision>
  <dcterms:created xsi:type="dcterms:W3CDTF">2026-09-30T08:05:42Z</dcterms:created>
  <dcterms:modified xsi:type="dcterms:W3CDTF">2026-09-30T08:05:42Z</dcterms:modified>
</cp:coreProperties>
</file>